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ima-scalpink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ima-scalpink.com/" TargetMode="External"/><Relationship Id="rId2" Type="http://schemas.openxmlformats.org/officeDocument/2006/relationships/hyperlink" Target="https://cima-scalpink.com/en/" TargetMode="External"/><Relationship Id="rId3" Type="http://schemas.openxmlformats.org/officeDocument/2006/relationships/hyperlink" Target="https://cima-scalpink.com/privacy-policy.html" TargetMode="External"/><Relationship Id="rId4" Type="http://schemas.openxmlformats.org/officeDocument/2006/relationships/hyperlink" Target="https://cima-scalpink.com/en/privacy-policy.html" TargetMode="External"/><Relationship Id="rId5" Type="http://schemas.openxmlformats.org/officeDocument/2006/relationships/hyperlink" Target="https://cima-scalpink.com/tokushoho.html" TargetMode="External"/><Relationship Id="rId6" Type="http://schemas.openxmlformats.org/officeDocument/2006/relationships/hyperlink" Target="https://cima-scalpink.com/en/tokushoho.html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ima-scalpink.com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73152" cy="50337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spc="4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SCALP INK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CIMA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5029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70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完成システム構築レポート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2026年4月13日</a:t>
            </a:r>
            <a:endParaRPr lang="en-US" sz="15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u="sng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Micro Pigmentation  ·  スカルプマイクロピグメンテーション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システムアーキテクチャ全体像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813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ホスティング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58768" y="1097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cima-scalpink.com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14813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カスタムドメイン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005840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078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01968" y="1097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14813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自動証明書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78608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78608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15568" y="26700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お名前.com DNS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054096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×4 + CNAME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185.199.108-111.153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578608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578608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58768" y="26700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GA4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58768" y="3054096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G-17MPNMJ5GN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全ページ設置済み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578608"/>
            <a:ext cx="246888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578608"/>
            <a:ext cx="54864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651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01968" y="26700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Console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01968" y="3054096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認証済み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サイトマップ送信済み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44952" y="1645920"/>
            <a:ext cx="310896" cy="0"/>
          </a:xfrm>
          <a:prstGeom prst="line">
            <a:avLst/>
          </a:prstGeom>
          <a:noFill/>
          <a:ln w="19050">
            <a:solidFill>
              <a:srgbClr val="8B6F2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788152" y="1645920"/>
            <a:ext cx="310896" cy="0"/>
          </a:xfrm>
          <a:prstGeom prst="line">
            <a:avLst/>
          </a:prstGeom>
          <a:noFill/>
          <a:ln w="19050">
            <a:solidFill>
              <a:srgbClr val="8B6F2E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サイト構成（全6ページ）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585216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15568"/>
            <a:ext cx="38404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155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42416" y="98755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トップページ</a:t>
            </a:r>
            <a:endParaRPr lang="en-US" sz="13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4023360" y="98755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8229600" cy="58521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755648"/>
            <a:ext cx="384048" cy="256032"/>
          </a:xfrm>
          <a:prstGeom prst="rect">
            <a:avLst/>
          </a:prstGeom>
          <a:solidFill>
            <a:srgbClr val="5B8AC9"/>
          </a:solidFill>
          <a:ln w="12700">
            <a:solidFill>
              <a:srgbClr val="5B8A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556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42416" y="162763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Page</a:t>
            </a:r>
            <a:endParaRPr lang="en-US" sz="13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4023360" y="162763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https://cima-scalpink.com/en/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67712"/>
            <a:ext cx="8229600" cy="585216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395728"/>
            <a:ext cx="38404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395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2416" y="226771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プライバシーポリシー</a:t>
            </a:r>
            <a:endParaRPr lang="en-US" sz="1300" dirty="0"/>
          </a:p>
        </p:txBody>
      </p:sp>
      <p:sp>
        <p:nvSpPr>
          <p:cNvPr id="19" name="Text 17">
            <a:hlinkClick r:id="rId3" tooltip=""/>
          </p:cNvPr>
          <p:cNvSpPr/>
          <p:nvPr/>
        </p:nvSpPr>
        <p:spPr>
          <a:xfrm>
            <a:off x="4023360" y="226771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https://cima-scalpink.com/privacy-policy.html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58521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035808"/>
            <a:ext cx="384048" cy="256032"/>
          </a:xfrm>
          <a:prstGeom prst="rect">
            <a:avLst/>
          </a:prstGeom>
          <a:solidFill>
            <a:srgbClr val="5B8AC9"/>
          </a:solidFill>
          <a:ln w="12700">
            <a:solidFill>
              <a:srgbClr val="5B8A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35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416" y="290779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300" dirty="0"/>
          </a:p>
        </p:txBody>
      </p:sp>
      <p:sp>
        <p:nvSpPr>
          <p:cNvPr id="24" name="Text 22">
            <a:hlinkClick r:id="rId4" tooltip=""/>
          </p:cNvPr>
          <p:cNvSpPr/>
          <p:nvPr/>
        </p:nvSpPr>
        <p:spPr>
          <a:xfrm>
            <a:off x="4023360" y="290779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https://cima-scalpink.com/en/privacy-policy.html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8229600" cy="585216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675888"/>
            <a:ext cx="38404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6758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42416" y="354787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特定商取引法</a:t>
            </a:r>
            <a:endParaRPr lang="en-US" sz="1300" dirty="0"/>
          </a:p>
        </p:txBody>
      </p:sp>
      <p:sp>
        <p:nvSpPr>
          <p:cNvPr id="29" name="Text 27">
            <a:hlinkClick r:id="rId5" tooltip=""/>
          </p:cNvPr>
          <p:cNvSpPr/>
          <p:nvPr/>
        </p:nvSpPr>
        <p:spPr>
          <a:xfrm>
            <a:off x="4023360" y="354787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https://cima-scalpink.com/tokushoho.html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87952"/>
            <a:ext cx="8229600" cy="585216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315968"/>
            <a:ext cx="384048" cy="256032"/>
          </a:xfrm>
          <a:prstGeom prst="rect">
            <a:avLst/>
          </a:prstGeom>
          <a:solidFill>
            <a:srgbClr val="5B8AC9"/>
          </a:solidFill>
          <a:ln w="12700">
            <a:solidFill>
              <a:srgbClr val="5B8A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159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42416" y="4187952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Disclosure</a:t>
            </a:r>
            <a:endParaRPr lang="en-US" sz="1300" dirty="0"/>
          </a:p>
        </p:txBody>
      </p:sp>
      <p:sp>
        <p:nvSpPr>
          <p:cNvPr id="34" name="Text 32">
            <a:hlinkClick r:id="rId6" tooltip=""/>
          </p:cNvPr>
          <p:cNvSpPr/>
          <p:nvPr/>
        </p:nvSpPr>
        <p:spPr>
          <a:xfrm>
            <a:off x="4023360" y="4187952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https://cima-scalpink.com/en/tokushoho.html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全ページ日英バイリンガル対応（hreflang 設定済み）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AIシミュレーター v5（Gemini API）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042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3モデルフォールバック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gemini-2.5-flash-lite → flash → pro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46504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46504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013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写真アップロード解析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AI頭皮分析 → 施術シミュレーション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505456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60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560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男女・マルチアングル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男性・女性各 4アングル対応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64408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64408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19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3192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リアルタイム計算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ドット密度をリアルタイム算出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023360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構造化JSON出力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ポリゴン座標・密度ヒント・施術プラン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782312"/>
            <a:ext cx="3977640" cy="66751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782312"/>
            <a:ext cx="50292" cy="6675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8371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💴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05840" y="4837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料金自動計算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5102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1ドット = ¥1（自動計算）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987552"/>
            <a:ext cx="3840480" cy="3931920"/>
          </a:xfrm>
          <a:prstGeom prst="rect">
            <a:avLst/>
          </a:prstGeom>
          <a:solidFill>
            <a:srgbClr val="121212"/>
          </a:solidFill>
          <a:ln w="12700">
            <a:solidFill>
              <a:srgbClr val="8B6F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フォールバック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20640" y="1600200"/>
            <a:ext cx="3291840" cy="594360"/>
          </a:xfrm>
          <a:prstGeom prst="rect">
            <a:avLst/>
          </a:prstGeom>
          <a:solidFill>
            <a:srgbClr val="1E1E1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636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gemini-2.5-flash-lite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1911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 (高速・低コスト)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194560"/>
            <a:ext cx="0" cy="347472"/>
          </a:xfrm>
          <a:prstGeom prst="line">
            <a:avLst/>
          </a:prstGeom>
          <a:noFill/>
          <a:ln w="19050">
            <a:solidFill>
              <a:srgbClr val="8B6F2E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629400" y="24048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F2E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560320"/>
            <a:ext cx="329184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12080" y="28712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3154680"/>
            <a:ext cx="0" cy="347472"/>
          </a:xfrm>
          <a:prstGeom prst="line">
            <a:avLst/>
          </a:prstGeom>
          <a:noFill/>
          <a:ln w="19050">
            <a:solidFill>
              <a:srgbClr val="8B6F2E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629400" y="3364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6F2E"/>
                </a:solidFill>
              </a:rPr>
              <a:t>▼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3520440"/>
            <a:ext cx="329184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F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gemini-2.5-pro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12080" y="3831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2  (最高精度)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SEO最適化 &amp; アクセス解析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39319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87552"/>
            <a:ext cx="3931920" cy="50292"/>
          </a:xfrm>
          <a:prstGeom prst="rect">
            <a:avLst/>
          </a:prstGeom>
          <a:solidFill>
            <a:srgbClr val="E37400"/>
          </a:solidFill>
          <a:ln w="12700">
            <a:solidFill>
              <a:srgbClr val="E37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" y="109728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GA4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6093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計測ID: G-17MPNMJ5GN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8836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全6ページに設置済み・リアルタイム集計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39319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87552"/>
            <a:ext cx="3931920" cy="502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30952" y="109728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Console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60934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所有権確認済み（HTML タグ + GA4 認証）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88366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サイトマップ sitemap.xml 送信済み（6 URL検出）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39319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68880"/>
            <a:ext cx="393192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78992" y="257860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サイトマップ &amp; robots.txt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" y="309067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sitemap.xml: 全6URL送信済み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336499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robots.txt: 設定済み（全クローラー許可）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393192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68880"/>
            <a:ext cx="3931920" cy="5029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30952" y="257860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メタデータ完全対応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309067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title / description / canonical / hreflang 全ページ設定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73752" y="336499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OGP（Open Graph）+ Twitter Card 対応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LINE公式アカウント連携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2926080" cy="3931920"/>
          </a:xfrm>
          <a:prstGeom prst="rect">
            <a:avLst/>
          </a:prstGeom>
          <a:solidFill>
            <a:srgbClr val="00B900"/>
          </a:solidFill>
          <a:ln w="25400">
            <a:solidFill>
              <a:srgbClr val="00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公式アカウント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SCALP INK by CIMA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F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スカルプマイクロピグメンテーション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F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無料カウンセリング受付中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987552"/>
            <a:ext cx="493776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987552"/>
            <a:ext cx="50292" cy="1207008"/>
          </a:xfrm>
          <a:prstGeom prst="rect">
            <a:avLst/>
          </a:prstGeom>
          <a:solidFill>
            <a:srgbClr val="00B900"/>
          </a:solidFill>
          <a:ln w="12700">
            <a:solidFill>
              <a:srgbClr val="00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1078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07408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応答メッセージ設定済み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4447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キーワードに応じた自動返信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ウェルカムメッセージ設定済み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2313432"/>
            <a:ext cx="493776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313432"/>
            <a:ext cx="50292" cy="1207008"/>
          </a:xfrm>
          <a:prstGeom prst="rect">
            <a:avLst/>
          </a:prstGeom>
          <a:solidFill>
            <a:srgbClr val="00B900"/>
          </a:solidFill>
          <a:ln w="12700">
            <a:solidFill>
              <a:srgbClr val="00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2404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07408" y="2404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無料カウンセリング予約フロー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07408" y="27706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LINE上で直接予約可能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Webサイトからの直接リンク設置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3639312"/>
            <a:ext cx="4937760" cy="120700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639312"/>
            <a:ext cx="50292" cy="1207008"/>
          </a:xfrm>
          <a:prstGeom prst="rect">
            <a:avLst/>
          </a:prstGeom>
          <a:solidFill>
            <a:srgbClr val="00B900"/>
          </a:solidFill>
          <a:ln w="12700">
            <a:solidFill>
              <a:srgbClr val="00B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730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407408" y="37307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Webサイト連携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07408" y="4096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全ページにLINE友だち追加ボタン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QRコード対応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技術スタック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4160520" cy="65836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8755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42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ホスティング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298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41605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1907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739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ドメイン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cima-scalpink.com（お名前.com）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4160520" cy="65836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5059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505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2761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×4 + CNAME（www）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182112"/>
            <a:ext cx="41605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18211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73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236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493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自動証明書（HTTPS強制）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13632"/>
            <a:ext cx="4160520" cy="65836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91363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050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9684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フロントエンド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42245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JavaScript（バニラ）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987552"/>
            <a:ext cx="4160520" cy="65836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98755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10424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12984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API（3モデルフォールバック）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1719072"/>
            <a:ext cx="41605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171907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1810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17739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アクセス解析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40680" y="2029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GA4（G-17MPNMJ5GN）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2450592"/>
            <a:ext cx="4160520" cy="658368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245059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25054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2761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3182112"/>
            <a:ext cx="416052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182112"/>
            <a:ext cx="50292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2735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📲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0680" y="32369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SNS連携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0680" y="34930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(@cima88_inkwork) + LINE公式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651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800" b="1" spc="4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SCALP INK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Scalp Micro Pigmentation by CIMA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578608"/>
            <a:ext cx="45720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548640" y="27432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https://cima-scalpink.com/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@cima88_inkwork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THE SCALP INK by CIMA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SCALP INK by CIMA - 完成システム構築レポート</dc:title>
  <dc:subject>PptxGenJS Presentation</dc:subject>
  <dc:creator>CIMA SCALP INK</dc:creator>
  <cp:lastModifiedBy>CIMA SCALP INK</cp:lastModifiedBy>
  <cp:revision>1</cp:revision>
  <dcterms:created xsi:type="dcterms:W3CDTF">2026-04-13T07:33:18Z</dcterms:created>
  <dcterms:modified xsi:type="dcterms:W3CDTF">2026-04-13T07:33:18Z</dcterms:modified>
</cp:coreProperties>
</file>